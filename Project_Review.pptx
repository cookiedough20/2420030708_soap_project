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28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28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28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825018"/>
              </p:ext>
            </p:extLst>
          </p:nvPr>
        </p:nvGraphicFramePr>
        <p:xfrm>
          <a:off x="8193271" y="4898509"/>
          <a:ext cx="3702050" cy="10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00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3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Anahita Bhalme  (Roll No:2420030708)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Hitheshini Kola  (Roll No: 2420030233)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Mihika Chowdary  (Roll No: 2420040041)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151715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Dr.Nelima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Gogineni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AI Food Donation Management System using Service-Oriented Architecture with ChatGPT, GitHub Copilot, Lucidchart AI, Jira AI and Postman Agent Mode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2000">
                <a:solidFill>
                  <a:srgbClr val="1F2A1D"/>
                </a:solidFill>
                <a:latin typeface="Times New Roman"/>
              </a:rPr>
              <a:t>Large quantities of edible, freshly prepared food go to waste every day from restaurants, event caterers and households, while a significant part of the population remains food-insecure.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2000">
                <a:solidFill>
                  <a:srgbClr val="1F2A1D"/>
                </a:solidFill>
                <a:latin typeface="Times New Roman"/>
              </a:rPr>
              <a:t>Existing donation channels are manual and phone-call driven: a donor has to personally find an available NGO, and there is no reliable way to verify a listed donation is still safe to eat before pickup.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2000">
                <a:solidFill>
                  <a:srgbClr val="1F2A1D"/>
                </a:solidFill>
                <a:latin typeface="Times New Roman"/>
              </a:rPr>
              <a:t>This lack of automation causes NGOs to receive donations they cannot use in time, discourages donors from participating regularly, and leaves rescuable food unmatched to the people who need it.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2000">
                <a:solidFill>
                  <a:srgbClr val="1F2A1D"/>
                </a:solidFill>
                <a:latin typeface="Times New Roman"/>
              </a:rPr>
              <a:t>No existing system combines real-time donor–NGO matching, freshness verification, and multi-NGO logistics coordination into a single agentic platform.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1F2A1D"/>
                </a:solidFill>
                <a:latin typeface="Times New Roman"/>
              </a:rPr>
              <a:t>Reduce food wastage by connecting surplus food in real time to the organisations that can use it.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1F2A1D"/>
                </a:solidFill>
                <a:latin typeface="Times New Roman"/>
              </a:rPr>
              <a:t>Automate the end-to-end donation workflow — listing, matching, pickup, delivery — using a Service-Oriented microservice architecture.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1F2A1D"/>
                </a:solidFill>
                <a:latin typeface="Times New Roman"/>
              </a:rPr>
              <a:t>Use AI agents to recommend the best-fit donation centre, estimate food freshness, and optimise distribution across multiple NGOs and volunteers.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1F2A1D"/>
                </a:solidFill>
                <a:latin typeface="Times New Roman"/>
              </a:rPr>
              <a:t>Generate live analytics and SDG-mapped impact reports for donors, NGOs and CSR partners.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1F2A1D"/>
                </a:solidFill>
                <a:latin typeface="Times New Roman"/>
              </a:rPr>
              <a:t>Demonstrate practical, end-to-end integration of five AI tools — ChatGPT, GitHub Copilot, Lucidchart AI, Jira AI and Postman Agent Mode — across the SOA development lifecycle.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2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Sammer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AI-FEED: Prototyping an AI-Powered Platform for the Food Charity Ecosystem, Int. J. Computational Intelligence Systems, 17:259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2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Modular AI platform combining a blockchain-based donor module, an AI-driven client need-prediction module, and a community mapping module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200" b="0" i="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Demonstrates a full food-charity ecosystem integrating AI across donor, charity and client modules, validating a multi-module service-based approach</a:t>
                      </a:r>
                    </a:p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200" b="0" i="0" u="non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Focuses on module design and ethics rather than a live multi-agent negotiation engine — the gap this project's Orchestrator (N2) addresses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200" b="0"/>
                        <a:t>Systematic Review, 2025 (PMC)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Artificial Intelligence in Food Bank and Pantry Services: A Systematic Review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200" b="0"/>
                        <a:t>Review of 5 peer-reviewed studies (2015–2024) using neural networks, k-means, random forests, BART and topic modelling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200" b="0"/>
                        <a:t>Confirms AI's emerging potential in food-bank donation and distribution processes, but adoption is still limited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200" b="0"/>
                        <a:t>Notes scarcity of studies and no discussion of live agentic orchestration or real-time trust/freshness scoring — both covered by this project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200" b="0"/>
                        <a:t>FoodRL, 2025 (arXiv:2511.04865)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FoodRL: A Reinforcement Learning Ensembling Framework for In-Kind Food Donation Forecasting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200" b="0"/>
                        <a:t>Reinforcement-learning ensemble model piloted with food banks for monthly donation-volume forecasting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200" b="0"/>
                        <a:t>Shows RL-based forecasting can support donation planning and resource allocation at food banks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200" b="0"/>
                        <a:t>Focused on forecasting donation volume, not on real-time donor-NGO matching, freshness scoring or multi-agent negotiation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1F2A1D"/>
                </a:solidFill>
                <a:latin typeface="Times New Roman"/>
              </a:rPr>
              <a:t>Existing food-donation platforms (e.g. AI-FEED, food-bank forecasting studies) focus on listing, forecasting, or single-point recommendation — none combine real-time freshness verification, multi-NGO negotiation, and self-healing infrastructure in one agentic SOA platform.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1F2A1D"/>
                </a:solidFill>
                <a:latin typeface="Times New Roman"/>
              </a:rPr>
              <a:t>No system in the surveyed literature uses LLM function-calling (e.g. ChatGPT) as the reasoning core of a live donor–NGO negotiation loop capable of splitting one donation across multiple recipients.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1F2A1D"/>
                </a:solidFill>
                <a:latin typeface="Times New Roman"/>
              </a:rPr>
              <a:t>Existing platforms treat trust/freshness as a manual or one-shot check rather than a continuously updated, explainable score fed by both computer vision and donor history.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900">
                <a:solidFill>
                  <a:srgbClr val="1F2A1D"/>
                </a:solidFill>
                <a:latin typeface="Times New Roman"/>
              </a:rPr>
              <a:t>DevOps reliability is rarely addressed in food-donation research — this project closes that gap with a self-healing AI-Ops agent that detects and proposes fixes for failing services.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90805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14884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800" dirty="0">
                <a:solidFill>
                  <a:srgbClr val="1F2A1D"/>
                </a:solidFill>
                <a:latin typeface="Times New Roman"/>
              </a:rPr>
              <a:t>N1 — Freshness &amp; Trust-Scoring Agent: fuses perishability modelling, photo-based freshness estimation and donor reliability into one live, explainable Food Trust Score.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800" dirty="0">
                <a:solidFill>
                  <a:srgbClr val="1F2A1D"/>
                </a:solidFill>
                <a:latin typeface="Times New Roman"/>
              </a:rPr>
              <a:t>N2 — Multi-Agent Negotiation Orchestrator: uses ChatGPT function-calling to negotiate and split large donations across multiple NGOs by capacity, distance and reliability — not just nearest-match.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800" dirty="0">
                <a:solidFill>
                  <a:srgbClr val="1F2A1D"/>
                </a:solidFill>
                <a:latin typeface="Times New Roman"/>
              </a:rPr>
              <a:t>N3 — Self-Healing AI-Ops Agent: monitors the Eureka registry and Gateway logs, auto-files Jira AI tickets, and drafts Copilot-assisted fix pull requests.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800" dirty="0">
                <a:solidFill>
                  <a:srgbClr val="1F2A1D"/>
                </a:solidFill>
                <a:latin typeface="Times New Roman"/>
              </a:rPr>
              <a:t>N4 — Live SDG Impact Ledger: turns every completed delivery into a real-time, CSR-ready SDG 2 / 12 / 11 metric instead of an end-of-project claim.</a:t>
            </a:r>
          </a:p>
          <a:p>
            <a:pPr marL="228600" indent="-228600" algn="l">
              <a:spcAft>
                <a:spcPts val="1200"/>
              </a:spcAft>
              <a:buFont typeface="Arial"/>
              <a:buChar char="•"/>
            </a:pPr>
            <a:r>
              <a:rPr sz="1800" dirty="0">
                <a:solidFill>
                  <a:srgbClr val="1F2A1D"/>
                </a:solidFill>
                <a:latin typeface="Times New Roman"/>
              </a:rPr>
              <a:t>All five required AI tools are anchored to a distinct phase of the SOA lifecycle (design, plan, build, reason, test) rather than used as isolated add-ons.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0" dirty="0">
                <a:solidFill>
                  <a:srgbClr val="FF0000"/>
                </a:solidFill>
              </a:rPr>
              <a:t>All required AI tools and the Spring Boot / React / MySQL / Docker stack are freely available; each microservice is independently buildable, so partial progress is demoable at every checkpoint.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286000"/>
          <a:ext cx="10515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Phase</a:t>
                      </a:r>
                    </a:p>
                  </a:txBody>
                  <a:tcPr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Days</a:t>
                      </a:r>
                    </a:p>
                  </a:txBody>
                  <a:tcPr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Milestone (mini-hackathon checkpoint)</a:t>
                      </a:r>
                    </a:p>
                  </a:txBody>
                  <a:tcPr>
                    <a:solidFill>
                      <a:srgbClr val="2F5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1–10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Eureka + API Gateway + Auth service live; Lucidchart AI architecture diagrams; Jira AI backlog created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11–20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Donor Service + NGO Service + basic React frontend, Copilot-assisted scaffolding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21–30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Agent Orchestrator + ChatGPT negotiation (N2) and Trust &amp; Freshness agent (N1) live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31–40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Logistics + Notification services; Postman Agent Mode regression suite wired into 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41–50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Self-Healing AI-Ops agent (N3); full Docker Compose 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Phase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51–60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A1D"/>
                          </a:solidFill>
                          <a:latin typeface="Times New Roman"/>
                        </a:rPr>
                        <a:t>Impact dashboard (N4); security hardening; final pitch 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1012</Words>
  <Application>Microsoft Office PowerPoint</Application>
  <PresentationFormat>Widescreen</PresentationFormat>
  <Paragraphs>108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Anahita Bhalme</cp:lastModifiedBy>
  <cp:revision>34</cp:revision>
  <dcterms:created xsi:type="dcterms:W3CDTF">2026-08-08T06:33:56Z</dcterms:created>
  <dcterms:modified xsi:type="dcterms:W3CDTF">2026-08-28T03:44:41Z</dcterms:modified>
</cp:coreProperties>
</file>